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400">
                <a:solidFill>
                  <a:srgbClr val="FFFFFF"/>
                </a:solidFill>
              </a:defRPr>
            </a:pPr>
            <a:r>
              <a:t>Next-Gen AI Security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7B3CE9"/>
                </a:solidFill>
              </a:defRPr>
            </a:pPr>
            <a:r>
              <a:t>Beyond Gateway: 에이전틱 시대를 위한 초격차 보안 거버넌스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시장 상황: Gateway 레드오션과 신규 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AI Gateway 시장 포화: 단순 트래픽 제어는 이미 Commodity화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Agentic Shift: 인간의 개입 없는 '자율형 에이전트' 도입 가속화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보안 패러다임의 변화: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Perimeter(입구) → Behavior(행위) 중심의 보안으로 이동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7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정적 룰셋 → 실시간 문맥(Context) 분석 필요성 증대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전략 Pillar 1: AI-Native DSPM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벡터 DB 및 RAG 파이프라인 데이터 보안 형상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핵심 기능: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임베딩 데이터 내 민감 정보(PII) 의미적 스캔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데이터 소스와 벡터 DB 간의 접근 권한 정합성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데이터 계보(Lineage) 추적을 통한 사고 발생 시 즉시 격리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전략 Pillar 2: Agent-SPM (Killer Item)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자율형 에이전트 행동 거버넌스 및 실시간 통제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핵심 차별화 포인트: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NHI(비인간 ID) 자산 관리: 에이전트별 최소 권한(PoLP) 강제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Semantic Firewall: 에이전트의 추론 과정(CoT) 감시 및 차단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기계 간 통신(A2A) 셧다운 시스템: 에이전트 폭주 방어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현장 인사이트: 신한은행 미팅 기반 페인포인트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행정 지옥 해소: 망분리 5호 예외 지정을 위한 'PaaS 래핑'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지능형 필터링: '공일공' 등 문맥적 우회 유출을 막는 Semantic DLP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실무 효율화: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금감원/감사 대응용 보안 증적 리포트 원클릭 자동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7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- 1,000명 동시 접속 '트래픽 쓰나미' 안정적 스로틀링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한국 시장 특화 전략 (K-Compliance)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망분리 완화 로드맵 대응: 하이브리드(내부/외부) 보안 브릿지 제공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혁신금융서비스 샌드박스 Accelerator: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심사 통과를 위한 보안 검증 패키지 턴키 제공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자율보안 체계 하에서의 '결과 책임' 방어권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경쟁 우위: 왜 Agent-SPM 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Gateway(외산 벤더): 트래픽 관리는 잘하나 한국 규제 및 AI 문맥 이해 부족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DSPM(데이터 보안): 유출 방지는 하나 자율형 에이전트의 행위 통제 불가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Agent-SPM(U+):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국내 유일의 망분리 우회 컨설팅 결합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7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  - AI의 자율성을 통제하는 독보적 런타임 보안 기술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정부 가이드라인(AI 보안 안내서) 대응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Anti-Poisoning: 학습 데이터 오염 및 AI 편향성 실시간 차단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Edge Security: AI 로봇/에지 기기의 무단 제어 및 탈취 방어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AI-Audit: 가이드라인 권고 '지속적 모니터링 및 로깅' 요건 충족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Result: 정부 지침을 100% 준수하는 '가장 안전한 금융 AI 인프라'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보안 담당자(CISO) 설득을 위한 Key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Accountability: AI 사고 발생 시 '면책 근거(Safe Harbor)' 제공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Enabler: 혁신의 방해자가 아닌 '안전한 혁신(AX)의 조력자'로 위상 격상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Asset Protection: 데이터 유출을 넘어 '직접적 재무 손실(환각/오작동)' 방어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Compliance: 행정 지옥(샌드박스/보고서)으로부터의 완전한 해방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U+ Safe AI 엔드투엔드 보안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0. AI-SPM: 인프라 및 모델 자산의 안전성 상시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1. Semantic DLP: 사용자 요청의 문맥 분석 및 1차 필터링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2. AI-DSPM: RAG 참조 데이터의 민감 정보 마스킹 및 오염 차단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3. Agent-SPM: AI의 추론 과정(CoT) 실시간 감시 및 행위 통제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4. Compliance XAI: 전수 로깅 및 규제 대응 보고서 자동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초격차 기술: CoT(Chain of Thought) 실시간 감시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Why: 단순 프롬프트 필터링(신분증 검사)은 '내부 행동'을 보장하지 못함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Case 1: 정상 요청 속에 숨겨진 '악의적 지시(Indirect Injection)' 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Case 2: AI의 논리적 비약 및 환각에 의한 '규정 위반 결정' 선제 차단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Mechanism: 사고 노출 -&gt; 토큰 인터셉트 -&gt; Shadow Reasoning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Result: 우회 불가능한 '증명 가능한 지능(Provable Intelligence)' 구현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보안과 성능의 균형: 레이턴시 최적화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Async Streaming: 생성과 동시에 보안 분석을 수행하여 대기 시간 최소화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Lightweight Agents: 2B 이하의 초경량 보안 모델을 통한 연산 부하 5% 미만 억제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Parallel Pipeline: 데이터 조회, 정제, 분석 과정을 병렬로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Result: 강력한 3중 보안에도 불구하고 기존 대비 95% 이상의 성능 유지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1F1F"/>
                </a:solidFill>
              </a:defRPr>
            </a:pPr>
            <a:r>
              <a:t>Closing: AX 전환의 신뢰 가드레일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보안은 혁신의 걸림돌이 아니라, 혁신의 속도를 높여주는 브레이크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Safe AI는 기업이 마음 놓고 AI를 현업에 투입하게 만드는 마지막 퍼즐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1F1F"/>
                </a:solidFill>
              </a:defRPr>
            </a:pPr>
            <a:r>
              <a:t>• U+ Safe AI: 가장 안전한 기업용 AI 업무 환경의 표준이 되겠습니다.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