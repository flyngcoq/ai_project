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E8E93"/>
                </a:solidFill>
                <a:latin typeface="Pretendard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  <a:latin typeface="Pretendard"/>
              </a:defRPr>
            </a:pPr>
            <a:r>
              <a:t>지식 관리 자동화 시스템 구축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5515E"/>
                </a:solidFill>
                <a:latin typeface="Pretendard"/>
              </a:defRPr>
            </a:pPr>
            <a:r>
              <a:t>파편화된 정보를 구조화된 지능으로 전환하는 파이프라인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8E93"/>
                </a:solidFill>
                <a:latin typeface="Pretendard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E8E93"/>
                </a:solidFill>
                <a:latin typeface="Pretendard"/>
              </a:defRPr>
            </a:pPr>
            <a:r>
              <a:t>01. Project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  <a:latin typeface="Pretendard"/>
              </a:defRPr>
            </a:pPr>
            <a:r>
              <a:t>왜 'Local LLM' 기반의 자동화인가?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5515E"/>
                </a:solidFill>
                <a:latin typeface="Pretendard"/>
              </a:defRPr>
            </a:pPr>
            <a:r>
              <a:t>정보 과부하와 보안 위협을 해결하기 위한 기술적 전환점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8E93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• AS-IS: 정보 파편화, 수동 아카이빙 리소스 소모, 보안 우려</a:t>
            </a:r>
          </a:p>
          <a:p>
            <a:pPr>
              <a:defRPr sz="2000"/>
            </a:pPr>
            <a:r>
              <a:t>• TO-BE: 통합 지식 베이스, 완전 자동화 파이프라인, 완벽한 보안 확보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E8E93"/>
                </a:solidFill>
                <a:latin typeface="Pretendard"/>
              </a:defRPr>
            </a:pPr>
            <a:r>
              <a:t>02.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  <a:latin typeface="Pretendard"/>
              </a:defRPr>
            </a:pPr>
            <a:r>
              <a:t>데이터 수집에서 지식 그래프 생성까지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5515E"/>
                </a:solidFill>
                <a:latin typeface="Pretendard"/>
              </a:defRPr>
            </a:pPr>
            <a:r>
              <a:t>Raw Data가 Intelligence로 변환되는 4단계 프로세스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8E93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1456F0"/>
                </a:solidFill>
              </a:defRPr>
            </a:pPr>
            <a:r>
              <a:t>1. Inbox (Input) -&gt; 2. AI Summarization -&gt; 3. Merging -&gt; 4. Knowledge 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E8E93"/>
                </a:solidFill>
                <a:latin typeface="Pretendard"/>
              </a:defRPr>
            </a:pPr>
            <a:r>
              <a:t>03. Key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  <a:latin typeface="Pretendard"/>
              </a:defRPr>
            </a:pPr>
            <a:r>
              <a:t>끊김 없는 데이터 동기화 및 감지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5515E"/>
                </a:solidFill>
                <a:latin typeface="Pretendard"/>
              </a:defRPr>
            </a:pPr>
            <a:r>
              <a:t>외부 플랫폼의 변화를 실시간으로 포착하여 지식에 반영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8E93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• File/Folder Watcher: 실시간 변경 감지</a:t>
            </a:r>
          </a:p>
          <a:p>
            <a:r>
              <a:t>• GitHub Sync Engine: 코드 및 문서 자동 업데이트</a:t>
            </a:r>
          </a:p>
          <a:p>
            <a:r>
              <a:t>• Confluence Connector: 기업 위키 자동 업로드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E8E93"/>
                </a:solidFill>
                <a:latin typeface="Pretendard"/>
              </a:defRPr>
            </a:pPr>
            <a:r>
              <a:t>04.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  <a:latin typeface="Pretendard"/>
              </a:defRPr>
            </a:pPr>
            <a:r>
              <a:t>자율형 에이전트로의 진화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5515E"/>
                </a:solidFill>
                <a:latin typeface="Pretendard"/>
              </a:defRPr>
            </a:pPr>
            <a:r>
              <a:t>지식 축적을 넘어 의사결정 지원 단계로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8E93"/>
                </a:solidFill>
                <a:latin typeface="Pretendard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Phase 1: Automation (Current) -&gt; Phase 2: RAG (Next) -&gt; Phase 3: Autonomous Agent (Vision)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